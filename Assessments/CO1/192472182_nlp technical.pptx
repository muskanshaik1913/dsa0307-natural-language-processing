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595C2A-D894-964D-BD6C-DDEE1939B5B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84163-6B8B-1E4A-9994-14F4B3429BA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https://community.arm.com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https://kernelmasters.org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https://community.arm.com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https://static1.makeuseofimages.com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https://ee.cdnartwhere.eu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https://i.pinimg.com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https://www.andersdx.com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https://alcorfund.com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005205" y="1315085"/>
            <a:ext cx="7387590" cy="61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Finite-State Morphological Parsing Techniques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891020" y="3401695"/>
            <a:ext cx="3048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Presented By: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S.Muskan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76655" y="3535045"/>
            <a:ext cx="3048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600" b="1">
                <a:latin typeface="Times New Roman" panose="02020603050405020304" charset="0"/>
                <a:cs typeface="Times New Roman" panose="02020603050405020304" charset="0"/>
              </a:rPr>
              <a:t>Guided by:</a:t>
            </a:r>
            <a:endParaRPr 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sz="1600">
                <a:latin typeface="Times New Roman" panose="02020603050405020304" charset="0"/>
                <a:cs typeface="Times New Roman" panose="02020603050405020304" charset="0"/>
              </a:rPr>
              <a:t>Dr Anbazhagan K</a:t>
            </a:r>
            <a:endParaRPr 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226310" y="2104390"/>
            <a:ext cx="4507230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DSA0307-Natural Language Processing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68650" y="366395"/>
            <a:ext cx="3244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731520" y="1511935"/>
            <a:ext cx="7724140" cy="31070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What is Morphology?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Morphology is the branch of linguistics that studies the internal structure of words.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Words are formed by combining smaller meaningful units called morphemes.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Morphological parsing identifies these morphemes and determines their grammatical roles.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It helps computers understand how words are constructed.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§"/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Morphological parsing is a fundamental preprocessing step in Natural Language Processing (NLP).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Unhappiness = Un + Happy + Ness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Un → Prefix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Happy → Root word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Ness → Suffix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732280" y="551815"/>
            <a:ext cx="6365240" cy="749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Finite-State Machines (FSM)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50265" y="1594485"/>
            <a:ext cx="7560945" cy="3013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200" b="1">
                <a:latin typeface="Times New Roman" panose="02020603050405020304" charset="0"/>
                <a:cs typeface="Times New Roman" panose="02020603050405020304" charset="0"/>
              </a:rPr>
              <a:t>What is a Finite-State Machine?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A Finite-State Machine (FSM) is a computational model that processes input symbols by moving through a finite number of predefined states.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 b="1">
                <a:latin typeface="Times New Roman" panose="02020603050405020304" charset="0"/>
                <a:cs typeface="Times New Roman" panose="02020603050405020304" charset="0"/>
              </a:rPr>
              <a:t>Components: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States – Represent different stages of processing.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Transitions – Rules that determine movement between states.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Input Symbols – Characters or morphemes being analyzed.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Start State – Initial state where processing begins.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Final State – Indicates successful recognition of a valid word.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 b="1">
                <a:latin typeface="Times New Roman" panose="02020603050405020304" charset="0"/>
                <a:cs typeface="Times New Roman" panose="02020603050405020304" charset="0"/>
              </a:rPr>
              <a:t>Why FSM?</a:t>
            </a:r>
            <a:endParaRPr lang="en-US" altLang="en-US" sz="1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Fast execution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Simple design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Efficient for pattern matching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200">
                <a:latin typeface="Times New Roman" panose="02020603050405020304" charset="0"/>
                <a:cs typeface="Times New Roman" panose="02020603050405020304" charset="0"/>
              </a:rPr>
              <a:t>Widely used in lexical analysis and NLP</a:t>
            </a:r>
            <a:endParaRPr lang="en-US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978025" y="397510"/>
            <a:ext cx="5415915" cy="702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Morphological Parsing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80720" y="1350010"/>
            <a:ext cx="7531100" cy="3366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90000"/>
              </a:lnSpc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Morphological parsing is the process of dividing a word into its meaningful components (morphemes) and identifying their grammatical functions.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Main Components: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Root/Stem – Core meaning of the word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Prefix – Added before the root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Suffix – Added after the root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Lexicon – Database containing valid root words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Morphological Rules – Define valid word formations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endParaRPr lang="en-US" altLang="en-US" sz="1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90000"/>
              </a:lnSpc>
            </a:pP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Word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Parsing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Playing	Play + ing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Unhappy	Un + Happy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Reusable	Re + Use + able</a:t>
            </a:r>
            <a:endParaRPr lang="en-US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1743075" y="9010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pic>
        <p:nvPicPr>
          <p:cNvPr id="10" name="Picture 9"/>
          <p:cNvPicPr/>
          <p:nvPr/>
        </p:nvPicPr>
        <p:blipFill>
          <a:blip r:embed="rId1"/>
          <a:stretch>
            <a:fillRect/>
          </a:stretch>
        </p:blipFill>
        <p:spPr>
          <a:xfrm>
            <a:off x="2423160" y="175895"/>
            <a:ext cx="4164330" cy="4856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711960" y="1558925"/>
            <a:ext cx="6146165" cy="2929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Works very fast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Uses less memory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Easy to build and maintain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Works well for regular words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Can handle many words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Supports different languages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Analyzes words efficiently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Widely used in NLP applications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15135" y="396875"/>
            <a:ext cx="5320665" cy="628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Advantages</a:t>
            </a: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2822575" y="403225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Limitations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708150" y="1590675"/>
            <a:ext cx="6692265" cy="2397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Cannot understand unusual words (like go → went).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Does not understand the full meaning of a word.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Needs predefined rules to work correctly.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Has difficulty with complicated words.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Different languages need different rules.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Too many rules can make it slower.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Does not understand the sentence around the word.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114675" y="333375"/>
            <a:ext cx="3048000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Applications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02665" y="1393825"/>
            <a:ext cx="3447415" cy="3223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Natural Language Processing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Spell Checking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Grammar Checking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Machine Translation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Search Engines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Information Retrieval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Speech Recognition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Text-to-Speech Systems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Optical Character Recognition (OCR)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Chatbots and Virtual Assistants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Question Answering Systems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03850" y="1673860"/>
            <a:ext cx="3524250" cy="2320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1600" b="1">
                <a:latin typeface="Times New Roman" panose="02020603050405020304" charset="0"/>
                <a:cs typeface="Times New Roman" panose="02020603050405020304" charset="0"/>
              </a:rPr>
              <a:t>Real-World Examples</a:t>
            </a:r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Google Search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Grammarly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Voice Assistants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Language Learning Applications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3063875" y="631825"/>
            <a:ext cx="33718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965200" y="1683385"/>
            <a:ext cx="7294245" cy="2891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Morphological parsing breaks words into meaningful morphemes.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Finite-State Machines provide an efficient method for morphological analysis.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technique is fast, reliable, and computationally efficient.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It is widely used in NLP tasks such as machine translation, spell checking, and speech processing.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§"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Future systems combine finite-state methods with Machine Learning and Deep Learning to improve accuracy and handle complex languages.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882775" y="1983740"/>
            <a:ext cx="6450330" cy="902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5400">
                <a:latin typeface="Arial Black" panose="020B0A04020102020204" charset="0"/>
                <a:cs typeface="Arial Black" panose="020B0A04020102020204" charset="0"/>
              </a:rPr>
              <a:t>THANK YOU!</a:t>
            </a:r>
            <a:endParaRPr lang="en-US" sz="54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2978</Words>
  <Application>WPS Presentation</Application>
  <PresentationFormat>On-screen Show (16:9)</PresentationFormat>
  <Paragraphs>115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SimSun</vt:lpstr>
      <vt:lpstr>Wingdings</vt:lpstr>
      <vt:lpstr>Optima</vt:lpstr>
      <vt:lpstr>Segoe Print</vt:lpstr>
      <vt:lpstr>Optima</vt:lpstr>
      <vt:lpstr>Optima</vt:lpstr>
      <vt:lpstr>Calibri</vt:lpstr>
      <vt:lpstr>Microsoft YaHei</vt:lpstr>
      <vt:lpstr>Arial Unicode MS</vt:lpstr>
      <vt:lpstr>Aptos</vt:lpstr>
      <vt:lpstr>Segoe UI</vt:lpstr>
      <vt:lpstr>Times New Roman</vt:lpstr>
      <vt:lpstr>MingLiU-ExtB</vt:lpstr>
      <vt:lpstr>Wingdings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SlideMake.com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In Smartphones</dc:title>
  <dc:creator>SlideMake.com</dc:creator>
  <dc:subject>Arm Processor In Smartphones</dc:subject>
  <cp:lastModifiedBy>masta</cp:lastModifiedBy>
  <cp:revision>6</cp:revision>
  <dcterms:created xsi:type="dcterms:W3CDTF">2024-12-15T15:39:00Z</dcterms:created>
  <dcterms:modified xsi:type="dcterms:W3CDTF">2026-07-28T05:34:56Z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F23F4F35F9AC48E190EE061467C10141_13</vt:lpwstr>
  </property>
  <property fmtid="{D5CDD505-2E9C-101B-9397-08002B2CF9AE}" pid="3" name="KSOProductBuildVer">
    <vt:lpwstr>1033-12.1.0.26880</vt:lpwstr>
  </property>
</Properties>
</file>